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63" r:id="rId2"/>
    <p:sldId id="257" r:id="rId3"/>
    <p:sldId id="264" r:id="rId4"/>
    <p:sldId id="265" r:id="rId5"/>
    <p:sldId id="270" r:id="rId6"/>
    <p:sldId id="268" r:id="rId7"/>
    <p:sldId id="271" r:id="rId8"/>
    <p:sldId id="27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060B82-ABD4-4348-BEF8-A7BCB2735399}" v="9" dt="2025-06-30T18:46:58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447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aikannan S" userId="a824e919dd55b295" providerId="LiveId" clId="{83060B82-ABD4-4348-BEF8-A7BCB2735399}"/>
    <pc:docChg chg="custSel addSld modSld sldOrd modMainMaster">
      <pc:chgData name="Duraikannan S" userId="a824e919dd55b295" providerId="LiveId" clId="{83060B82-ABD4-4348-BEF8-A7BCB2735399}" dt="2025-06-30T18:46:58.909" v="21"/>
      <pc:docMkLst>
        <pc:docMk/>
      </pc:docMkLst>
      <pc:sldChg chg="addSp delSp modSp new mod">
        <pc:chgData name="Duraikannan S" userId="a824e919dd55b295" providerId="LiveId" clId="{83060B82-ABD4-4348-BEF8-A7BCB2735399}" dt="2025-06-30T18:44:08.537" v="7" actId="1076"/>
        <pc:sldMkLst>
          <pc:docMk/>
          <pc:sldMk cId="804500140" sldId="256"/>
        </pc:sldMkLst>
        <pc:spChg chg="del">
          <ac:chgData name="Duraikannan S" userId="a824e919dd55b295" providerId="LiveId" clId="{83060B82-ABD4-4348-BEF8-A7BCB2735399}" dt="2025-06-30T18:42:31.053" v="1" actId="478"/>
          <ac:spMkLst>
            <pc:docMk/>
            <pc:sldMk cId="804500140" sldId="256"/>
            <ac:spMk id="2" creationId="{A7BD074D-4B6A-0635-07F1-94CB6794AB8A}"/>
          </ac:spMkLst>
        </pc:spChg>
        <pc:spChg chg="del">
          <ac:chgData name="Duraikannan S" userId="a824e919dd55b295" providerId="LiveId" clId="{83060B82-ABD4-4348-BEF8-A7BCB2735399}" dt="2025-06-30T18:42:35.120" v="2" actId="478"/>
          <ac:spMkLst>
            <pc:docMk/>
            <pc:sldMk cId="804500140" sldId="256"/>
            <ac:spMk id="3" creationId="{B6558480-933F-FC32-A14F-E7F45DE7FE54}"/>
          </ac:spMkLst>
        </pc:spChg>
        <pc:picChg chg="add del">
          <ac:chgData name="Duraikannan S" userId="a824e919dd55b295" providerId="LiveId" clId="{83060B82-ABD4-4348-BEF8-A7BCB2735399}" dt="2025-06-30T18:43:35.729" v="5" actId="478"/>
          <ac:picMkLst>
            <pc:docMk/>
            <pc:sldMk cId="804500140" sldId="256"/>
            <ac:picMk id="5" creationId="{5DA70095-86F8-B477-B167-37C636EEEC0A}"/>
          </ac:picMkLst>
        </pc:picChg>
        <pc:picChg chg="add mod">
          <ac:chgData name="Duraikannan S" userId="a824e919dd55b295" providerId="LiveId" clId="{83060B82-ABD4-4348-BEF8-A7BCB2735399}" dt="2025-06-30T18:44:08.537" v="7" actId="1076"/>
          <ac:picMkLst>
            <pc:docMk/>
            <pc:sldMk cId="804500140" sldId="256"/>
            <ac:picMk id="6" creationId="{3821665B-C1E3-BBA5-081B-D648E79A5894}"/>
          </ac:picMkLst>
        </pc:picChg>
      </pc:sldChg>
      <pc:sldChg chg="addSp modSp new">
        <pc:chgData name="Duraikannan S" userId="a824e919dd55b295" providerId="LiveId" clId="{83060B82-ABD4-4348-BEF8-A7BCB2735399}" dt="2025-06-30T18:44:50.913" v="9"/>
        <pc:sldMkLst>
          <pc:docMk/>
          <pc:sldMk cId="2634518527" sldId="257"/>
        </pc:sldMkLst>
        <pc:picChg chg="add mod">
          <ac:chgData name="Duraikannan S" userId="a824e919dd55b295" providerId="LiveId" clId="{83060B82-ABD4-4348-BEF8-A7BCB2735399}" dt="2025-06-30T18:44:50.913" v="9"/>
          <ac:picMkLst>
            <pc:docMk/>
            <pc:sldMk cId="2634518527" sldId="257"/>
            <ac:picMk id="2" creationId="{1D8BC1FC-59B0-D34C-9F1B-1FAEAB1B307D}"/>
          </ac:picMkLst>
        </pc:picChg>
      </pc:sldChg>
      <pc:sldChg chg="addSp modSp new">
        <pc:chgData name="Duraikannan S" userId="a824e919dd55b295" providerId="LiveId" clId="{83060B82-ABD4-4348-BEF8-A7BCB2735399}" dt="2025-06-30T18:45:32.662" v="11"/>
        <pc:sldMkLst>
          <pc:docMk/>
          <pc:sldMk cId="663949837" sldId="258"/>
        </pc:sldMkLst>
        <pc:picChg chg="add mod">
          <ac:chgData name="Duraikannan S" userId="a824e919dd55b295" providerId="LiveId" clId="{83060B82-ABD4-4348-BEF8-A7BCB2735399}" dt="2025-06-30T18:45:32.662" v="11"/>
          <ac:picMkLst>
            <pc:docMk/>
            <pc:sldMk cId="663949837" sldId="258"/>
            <ac:picMk id="2" creationId="{ADEFC5D2-F3A4-82C6-F9C4-FAE51FCA7ACD}"/>
          </ac:picMkLst>
        </pc:picChg>
      </pc:sldChg>
      <pc:sldChg chg="addSp modSp new">
        <pc:chgData name="Duraikannan S" userId="a824e919dd55b295" providerId="LiveId" clId="{83060B82-ABD4-4348-BEF8-A7BCB2735399}" dt="2025-06-30T18:45:53.814" v="13"/>
        <pc:sldMkLst>
          <pc:docMk/>
          <pc:sldMk cId="3784606594" sldId="259"/>
        </pc:sldMkLst>
        <pc:picChg chg="add mod">
          <ac:chgData name="Duraikannan S" userId="a824e919dd55b295" providerId="LiveId" clId="{83060B82-ABD4-4348-BEF8-A7BCB2735399}" dt="2025-06-30T18:45:53.814" v="13"/>
          <ac:picMkLst>
            <pc:docMk/>
            <pc:sldMk cId="3784606594" sldId="259"/>
            <ac:picMk id="2" creationId="{3AAFA097-66D2-7774-95EF-CAE36F24EF75}"/>
          </ac:picMkLst>
        </pc:picChg>
      </pc:sldChg>
      <pc:sldChg chg="addSp modSp new">
        <pc:chgData name="Duraikannan S" userId="a824e919dd55b295" providerId="LiveId" clId="{83060B82-ABD4-4348-BEF8-A7BCB2735399}" dt="2025-06-30T18:46:20.594" v="15"/>
        <pc:sldMkLst>
          <pc:docMk/>
          <pc:sldMk cId="1161957233" sldId="260"/>
        </pc:sldMkLst>
        <pc:picChg chg="add mod">
          <ac:chgData name="Duraikannan S" userId="a824e919dd55b295" providerId="LiveId" clId="{83060B82-ABD4-4348-BEF8-A7BCB2735399}" dt="2025-06-30T18:46:20.594" v="15"/>
          <ac:picMkLst>
            <pc:docMk/>
            <pc:sldMk cId="1161957233" sldId="260"/>
            <ac:picMk id="2" creationId="{55041B41-AA22-F0BF-2D10-9CDC1A8531AD}"/>
          </ac:picMkLst>
        </pc:picChg>
      </pc:sldChg>
      <pc:sldChg chg="addSp modSp new ord">
        <pc:chgData name="Duraikannan S" userId="a824e919dd55b295" providerId="LiveId" clId="{83060B82-ABD4-4348-BEF8-A7BCB2735399}" dt="2025-06-30T18:46:41.621" v="19"/>
        <pc:sldMkLst>
          <pc:docMk/>
          <pc:sldMk cId="255458600" sldId="261"/>
        </pc:sldMkLst>
        <pc:picChg chg="add mod">
          <ac:chgData name="Duraikannan S" userId="a824e919dd55b295" providerId="LiveId" clId="{83060B82-ABD4-4348-BEF8-A7BCB2735399}" dt="2025-06-30T18:46:39.893" v="17"/>
          <ac:picMkLst>
            <pc:docMk/>
            <pc:sldMk cId="255458600" sldId="261"/>
            <ac:picMk id="2" creationId="{BE5C3E1D-E10F-A69D-A6A2-F8FD26F826D8}"/>
          </ac:picMkLst>
        </pc:picChg>
      </pc:sldChg>
      <pc:sldChg chg="addSp modSp new">
        <pc:chgData name="Duraikannan S" userId="a824e919dd55b295" providerId="LiveId" clId="{83060B82-ABD4-4348-BEF8-A7BCB2735399}" dt="2025-06-30T18:46:58.909" v="21"/>
        <pc:sldMkLst>
          <pc:docMk/>
          <pc:sldMk cId="785711600" sldId="262"/>
        </pc:sldMkLst>
        <pc:picChg chg="add mod">
          <ac:chgData name="Duraikannan S" userId="a824e919dd55b295" providerId="LiveId" clId="{83060B82-ABD4-4348-BEF8-A7BCB2735399}" dt="2025-06-30T18:46:58.909" v="21"/>
          <ac:picMkLst>
            <pc:docMk/>
            <pc:sldMk cId="785711600" sldId="262"/>
            <ac:picMk id="2" creationId="{2A4A5668-796A-4A4F-B958-DD877C45EAE7}"/>
          </ac:picMkLst>
        </pc:picChg>
      </pc:sldChg>
      <pc:sldMasterChg chg="modSp modSldLayout">
        <pc:chgData name="Duraikannan S" userId="a824e919dd55b295" providerId="LiveId" clId="{83060B82-ABD4-4348-BEF8-A7BCB2735399}" dt="2025-06-30T18:42:50.317" v="3"/>
        <pc:sldMasterMkLst>
          <pc:docMk/>
          <pc:sldMasterMk cId="1140360932" sldId="2147483648"/>
        </pc:sldMasterMkLst>
        <pc:spChg chg="mod">
          <ac:chgData name="Duraikannan S" userId="a824e919dd55b295" providerId="LiveId" clId="{83060B82-ABD4-4348-BEF8-A7BCB2735399}" dt="2025-06-30T18:42:50.317" v="3"/>
          <ac:spMkLst>
            <pc:docMk/>
            <pc:sldMasterMk cId="1140360932" sldId="2147483648"/>
            <ac:spMk id="2" creationId="{DBA64A61-2506-5CB0-E051-87A59A7873FD}"/>
          </ac:spMkLst>
        </pc:spChg>
        <pc:spChg chg="mod">
          <ac:chgData name="Duraikannan S" userId="a824e919dd55b295" providerId="LiveId" clId="{83060B82-ABD4-4348-BEF8-A7BCB2735399}" dt="2025-06-30T18:42:50.317" v="3"/>
          <ac:spMkLst>
            <pc:docMk/>
            <pc:sldMasterMk cId="1140360932" sldId="2147483648"/>
            <ac:spMk id="3" creationId="{A3067529-E8E0-B770-7E1D-DF2CF7DCF869}"/>
          </ac:spMkLst>
        </pc:spChg>
        <pc:spChg chg="mod">
          <ac:chgData name="Duraikannan S" userId="a824e919dd55b295" providerId="LiveId" clId="{83060B82-ABD4-4348-BEF8-A7BCB2735399}" dt="2025-06-30T18:42:50.317" v="3"/>
          <ac:spMkLst>
            <pc:docMk/>
            <pc:sldMasterMk cId="1140360932" sldId="2147483648"/>
            <ac:spMk id="4" creationId="{D47B7E77-8548-0247-5BCA-3DCB2E0D8C2F}"/>
          </ac:spMkLst>
        </pc:spChg>
        <pc:spChg chg="mod">
          <ac:chgData name="Duraikannan S" userId="a824e919dd55b295" providerId="LiveId" clId="{83060B82-ABD4-4348-BEF8-A7BCB2735399}" dt="2025-06-30T18:42:50.317" v="3"/>
          <ac:spMkLst>
            <pc:docMk/>
            <pc:sldMasterMk cId="1140360932" sldId="2147483648"/>
            <ac:spMk id="5" creationId="{EFF5F8F1-015B-1A88-F8A2-8AD82FFB4600}"/>
          </ac:spMkLst>
        </pc:spChg>
        <pc:spChg chg="mod">
          <ac:chgData name="Duraikannan S" userId="a824e919dd55b295" providerId="LiveId" clId="{83060B82-ABD4-4348-BEF8-A7BCB2735399}" dt="2025-06-30T18:42:50.317" v="3"/>
          <ac:spMkLst>
            <pc:docMk/>
            <pc:sldMasterMk cId="1140360932" sldId="2147483648"/>
            <ac:spMk id="6" creationId="{2AE125F4-AB02-38EB-1571-E8A9F94A2F54}"/>
          </ac:spMkLst>
        </pc:sp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1477167219" sldId="2147483649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477167219" sldId="2147483649"/>
              <ac:spMk id="2" creationId="{0AD83111-90C5-1E42-C35E-AE250617F5BA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477167219" sldId="2147483649"/>
              <ac:spMk id="3" creationId="{17244735-0ED6-6C4B-4AB2-E482D36CFA92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1239264962" sldId="2147483651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239264962" sldId="2147483651"/>
              <ac:spMk id="2" creationId="{5E4CB867-C382-CF13-B460-19AD387A418B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239264962" sldId="2147483651"/>
              <ac:spMk id="3" creationId="{EB814FAE-6B53-063E-6E36-C0D262DA9F64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2418742584" sldId="2147483652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418742584" sldId="2147483652"/>
              <ac:spMk id="3" creationId="{9DC277BA-2081-2C9A-AECD-01A282F32368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418742584" sldId="2147483652"/>
              <ac:spMk id="4" creationId="{D8365465-7A21-D624-2E23-69F75B29946E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2158759412" sldId="2147483653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158759412" sldId="2147483653"/>
              <ac:spMk id="2" creationId="{17AE2ED1-F731-FBD1-99C3-6377B155BFBD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158759412" sldId="2147483653"/>
              <ac:spMk id="3" creationId="{BC574303-438E-92BC-13B8-2BF887294271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158759412" sldId="2147483653"/>
              <ac:spMk id="4" creationId="{5A4B968C-8CC4-23D5-84C7-AC2C005E0337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158759412" sldId="2147483653"/>
              <ac:spMk id="5" creationId="{B112A9A5-D6EB-7D7C-D96A-BA66544A80CF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158759412" sldId="2147483653"/>
              <ac:spMk id="6" creationId="{D509673A-46EE-C118-4044-1B717C084B38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1197484400" sldId="2147483656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197484400" sldId="2147483656"/>
              <ac:spMk id="2" creationId="{8FF875C5-DAAF-C7BB-7853-A2D060A40CCE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197484400" sldId="2147483656"/>
              <ac:spMk id="3" creationId="{E010E24D-F76F-5017-7D94-A1CB02AEEC56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197484400" sldId="2147483656"/>
              <ac:spMk id="4" creationId="{FE571E70-E13F-80A3-C5B3-DB6DCC4499F1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232787528" sldId="2147483657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32787528" sldId="2147483657"/>
              <ac:spMk id="2" creationId="{63EC6EA7-1FBC-B155-4A44-2782BF90F431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32787528" sldId="2147483657"/>
              <ac:spMk id="3" creationId="{68457379-54FD-2592-DA14-E9BD9B5F1FFA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232787528" sldId="2147483657"/>
              <ac:spMk id="4" creationId="{5BFE98E7-901F-5960-2566-A8ED56845519}"/>
            </ac:spMkLst>
          </pc:spChg>
        </pc:sldLayoutChg>
        <pc:sldLayoutChg chg="modSp">
          <pc:chgData name="Duraikannan S" userId="a824e919dd55b295" providerId="LiveId" clId="{83060B82-ABD4-4348-BEF8-A7BCB2735399}" dt="2025-06-30T18:42:50.317" v="3"/>
          <pc:sldLayoutMkLst>
            <pc:docMk/>
            <pc:sldMasterMk cId="1140360932" sldId="2147483648"/>
            <pc:sldLayoutMk cId="108553130" sldId="2147483659"/>
          </pc:sldLayoutMkLst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08553130" sldId="2147483659"/>
              <ac:spMk id="2" creationId="{E88ECA52-7810-9BD6-24FF-EACCDF8A6CEE}"/>
            </ac:spMkLst>
          </pc:spChg>
          <pc:spChg chg="mod">
            <ac:chgData name="Duraikannan S" userId="a824e919dd55b295" providerId="LiveId" clId="{83060B82-ABD4-4348-BEF8-A7BCB2735399}" dt="2025-06-30T18:42:50.317" v="3"/>
            <ac:spMkLst>
              <pc:docMk/>
              <pc:sldMasterMk cId="1140360932" sldId="2147483648"/>
              <pc:sldLayoutMk cId="108553130" sldId="2147483659"/>
              <ac:spMk id="3" creationId="{6C7F15BE-5E6C-03B6-C523-28456D622A7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7543A-2AEE-4AD7-8596-FB595D3CAA4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B3F80-AA9E-4343-BF71-428D25E03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940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9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73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20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30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1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55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50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68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8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75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90E75-75D4-4DF0-9645-908AEFDC210C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092A0-3167-41BD-95DD-7438C07800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989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FDFD-D6CA-3716-E9AE-A7F5C638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55649-4BC6-B60F-4DDD-B9F88A969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2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93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365A3B-5E79-3796-AB63-1FCA7D32C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18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CF08-D1F6-9146-809A-E1A4EBD9C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2CAF39-DD37-D478-D612-83F12C026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1396895"/>
            <a:ext cx="8553890" cy="40642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164F2-A99E-46CD-F3DA-956162923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120"/>
            <a:ext cx="12192000" cy="701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4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7BDD-9365-677D-C710-D14347A1E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8DEE1D3-5FEF-0735-E2CF-8B25FC4F1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2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D216-3B9E-35C1-FAD0-802AFB7F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BAC306-9E77-20CC-BAED-D0854A4FA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2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5BDE-F353-8334-2183-354DF083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16F4D-4714-C832-8847-3A889121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3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4BB9E-C501-AEED-C147-F62301D4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F9D198-B9E5-1795-E808-66AB41175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8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490C0-4E70-C1ED-961C-8B7BCE1C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00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Duraikannan S</dc:creator>
  <cp:lastModifiedBy>Duraikannan S</cp:lastModifiedBy>
  <cp:revision>5</cp:revision>
  <dcterms:created xsi:type="dcterms:W3CDTF">2025-06-30T18:42:25Z</dcterms:created>
  <dcterms:modified xsi:type="dcterms:W3CDTF">2025-11-12T18:40:53Z</dcterms:modified>
</cp:coreProperties>
</file>